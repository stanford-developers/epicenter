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21945600" cy="32918400"/>
  <p:notesSz cx="6985000" cy="92837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9" d="100"/>
          <a:sy n="19" d="100"/>
        </p:scale>
        <p:origin x="-3234" y="-138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44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051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1926C-EA6A-49DC-BE24-C7144D5769FA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051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E888C-E3F0-44B7-8077-79E586359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17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0226043"/>
            <a:ext cx="18653760" cy="7056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1840" y="18653760"/>
            <a:ext cx="1536192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0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6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1" y="21153122"/>
            <a:ext cx="1865376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551" y="13952227"/>
            <a:ext cx="18653760" cy="7200899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5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65421" y="36865560"/>
            <a:ext cx="47221140" cy="104279703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52321" y="36865560"/>
            <a:ext cx="47221140" cy="104279703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3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18263"/>
            <a:ext cx="1975104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1" y="7368544"/>
            <a:ext cx="9696451" cy="3070859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1" y="10439400"/>
            <a:ext cx="9696451" cy="18966183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8061" y="7368544"/>
            <a:ext cx="9700260" cy="3070859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8061" y="10439400"/>
            <a:ext cx="9700260" cy="18966183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4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6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6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3" y="1310640"/>
            <a:ext cx="7219951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120" y="1310643"/>
            <a:ext cx="12268200" cy="28094943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3" y="6888483"/>
            <a:ext cx="7219951" cy="22517103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5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491" y="23042880"/>
            <a:ext cx="13167360" cy="2720343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01491" y="2941320"/>
            <a:ext cx="1316736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1491" y="25763224"/>
            <a:ext cx="13167360" cy="3863339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1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81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371453" y="6324600"/>
            <a:ext cx="23702009" cy="1348206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65423" y="6324600"/>
            <a:ext cx="70740271" cy="1348206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0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1318263"/>
            <a:ext cx="1975104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7680963"/>
            <a:ext cx="19751040" cy="21724623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30510483"/>
            <a:ext cx="512064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4CD90-AD35-4255-A002-1EE3E048702E}" type="datetimeFigureOut">
              <a:rPr lang="en-US" smtClean="0"/>
              <a:t>10/24/2014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98080" y="30510483"/>
            <a:ext cx="694944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27680" y="30510483"/>
            <a:ext cx="512064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691E7-AE02-4321-906C-CB60B29B2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21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anose="020B0604020202020204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2725400" y="12115800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 smtClean="0"/>
                <a:t>1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625099" y="990600"/>
            <a:ext cx="9538701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b="1" dirty="0" smtClean="0"/>
              <a:t>Value </a:t>
            </a:r>
            <a:endParaRPr lang="en-US" sz="28700" b="1" dirty="0"/>
          </a:p>
        </p:txBody>
      </p:sp>
      <p:sp>
        <p:nvSpPr>
          <p:cNvPr id="11" name="Rectangle 10"/>
          <p:cNvSpPr/>
          <p:nvPr/>
        </p:nvSpPr>
        <p:spPr>
          <a:xfrm>
            <a:off x="914400" y="4191000"/>
            <a:ext cx="19311633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700" b="1" dirty="0" smtClean="0"/>
              <a:t>Propositions</a:t>
            </a:r>
            <a:endParaRPr lang="en-US" sz="28700" b="1" dirty="0"/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20" r="31670"/>
          <a:stretch/>
        </p:blipFill>
        <p:spPr bwMode="auto">
          <a:xfrm>
            <a:off x="1097280" y="25222200"/>
            <a:ext cx="19248120" cy="705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28" b="63932"/>
          <a:stretch/>
        </p:blipFill>
        <p:spPr bwMode="auto">
          <a:xfrm>
            <a:off x="2254751" y="11026463"/>
            <a:ext cx="9784849" cy="811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535" y="31468580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16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51" r="1533" b="67179"/>
          <a:stretch/>
        </p:blipFill>
        <p:spPr bwMode="auto">
          <a:xfrm>
            <a:off x="1106905" y="9829800"/>
            <a:ext cx="11618496" cy="1013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25" r="40174" b="43750"/>
          <a:stretch/>
        </p:blipFill>
        <p:spPr bwMode="auto">
          <a:xfrm>
            <a:off x="28074" y="28498800"/>
            <a:ext cx="19219482" cy="391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/>
          <p:cNvGrpSpPr/>
          <p:nvPr/>
        </p:nvGrpSpPr>
        <p:grpSpPr>
          <a:xfrm>
            <a:off x="12725400" y="12115800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/>
                <a:t>2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438400" y="990600"/>
            <a:ext cx="1573982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00" b="1" dirty="0" smtClean="0"/>
              <a:t>Customer </a:t>
            </a:r>
            <a:endParaRPr lang="en-US" sz="28700" b="1" dirty="0"/>
          </a:p>
        </p:txBody>
      </p:sp>
      <p:sp>
        <p:nvSpPr>
          <p:cNvPr id="11" name="Rectangle 10"/>
          <p:cNvSpPr/>
          <p:nvPr/>
        </p:nvSpPr>
        <p:spPr>
          <a:xfrm>
            <a:off x="2394588" y="4191000"/>
            <a:ext cx="15055212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700" b="1" dirty="0" smtClean="0"/>
              <a:t>Segments</a:t>
            </a:r>
            <a:endParaRPr lang="en-US" sz="28700" b="1" dirty="0"/>
          </a:p>
        </p:txBody>
      </p:sp>
      <p:pic>
        <p:nvPicPr>
          <p:cNvPr id="10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535" y="31468580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51" r="1533" b="67179"/>
          <a:stretch/>
        </p:blipFill>
        <p:spPr bwMode="auto">
          <a:xfrm>
            <a:off x="1106905" y="9829800"/>
            <a:ext cx="11618496" cy="1013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/>
          <p:cNvGrpSpPr/>
          <p:nvPr/>
        </p:nvGrpSpPr>
        <p:grpSpPr>
          <a:xfrm>
            <a:off x="12725400" y="12115800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/>
                <a:t>3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438400" y="990600"/>
            <a:ext cx="16120504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700" b="1" dirty="0" smtClean="0"/>
              <a:t>Channels</a:t>
            </a:r>
            <a:endParaRPr lang="en-US" sz="287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47" r="29282"/>
          <a:stretch/>
        </p:blipFill>
        <p:spPr bwMode="auto">
          <a:xfrm>
            <a:off x="0" y="22824968"/>
            <a:ext cx="21869400" cy="9026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84" b="62941"/>
          <a:stretch/>
        </p:blipFill>
        <p:spPr bwMode="auto">
          <a:xfrm>
            <a:off x="0" y="10181718"/>
            <a:ext cx="12268199" cy="10531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535" y="31468580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2725400" y="12115800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/>
                <a:t>4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157778" y="990600"/>
            <a:ext cx="1573982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00" b="1" dirty="0" smtClean="0"/>
              <a:t>Customer </a:t>
            </a:r>
            <a:endParaRPr lang="en-US" sz="28700" b="1" dirty="0"/>
          </a:p>
        </p:txBody>
      </p:sp>
      <p:sp>
        <p:nvSpPr>
          <p:cNvPr id="11" name="Rectangle 10"/>
          <p:cNvSpPr/>
          <p:nvPr/>
        </p:nvSpPr>
        <p:spPr>
          <a:xfrm>
            <a:off x="381000" y="4191000"/>
            <a:ext cx="20648345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700" b="1" dirty="0" smtClean="0"/>
              <a:t>Relationships</a:t>
            </a:r>
            <a:endParaRPr lang="en-US" sz="287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23" b="68939"/>
          <a:stretch/>
        </p:blipFill>
        <p:spPr bwMode="auto">
          <a:xfrm>
            <a:off x="1600200" y="11658600"/>
            <a:ext cx="10143166" cy="803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44" r="34951"/>
          <a:stretch/>
        </p:blipFill>
        <p:spPr bwMode="auto">
          <a:xfrm>
            <a:off x="609600" y="24194744"/>
            <a:ext cx="21031200" cy="841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535" y="31468580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2725400" y="12115800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/>
                <a:t>5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438400" y="990600"/>
            <a:ext cx="5692905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00" b="1" dirty="0" smtClean="0"/>
              <a:t>Key</a:t>
            </a:r>
            <a:endParaRPr lang="en-US" sz="28700" b="1" dirty="0"/>
          </a:p>
        </p:txBody>
      </p:sp>
      <p:sp>
        <p:nvSpPr>
          <p:cNvPr id="11" name="Rectangle 10"/>
          <p:cNvSpPr/>
          <p:nvPr/>
        </p:nvSpPr>
        <p:spPr>
          <a:xfrm>
            <a:off x="2394588" y="4191000"/>
            <a:ext cx="14281474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700" b="1" dirty="0" smtClean="0"/>
              <a:t>Activities</a:t>
            </a:r>
            <a:endParaRPr lang="en-US" sz="287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98" r="29199"/>
          <a:stretch/>
        </p:blipFill>
        <p:spPr bwMode="auto">
          <a:xfrm>
            <a:off x="152400" y="27127200"/>
            <a:ext cx="21617865" cy="5365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24" b="59270"/>
          <a:stretch/>
        </p:blipFill>
        <p:spPr bwMode="auto">
          <a:xfrm>
            <a:off x="2438400" y="11912998"/>
            <a:ext cx="8500531" cy="7137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535" y="31468580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2725400" y="12115800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/>
                <a:t>6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438400" y="990600"/>
            <a:ext cx="5692905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00" b="1" dirty="0" smtClean="0"/>
              <a:t>Key</a:t>
            </a:r>
            <a:endParaRPr lang="en-US" sz="28700" b="1" dirty="0"/>
          </a:p>
        </p:txBody>
      </p:sp>
      <p:sp>
        <p:nvSpPr>
          <p:cNvPr id="11" name="Rectangle 10"/>
          <p:cNvSpPr/>
          <p:nvPr/>
        </p:nvSpPr>
        <p:spPr>
          <a:xfrm>
            <a:off x="2394588" y="4191000"/>
            <a:ext cx="15595680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700" b="1" dirty="0" smtClean="0"/>
              <a:t>Resources</a:t>
            </a:r>
            <a:endParaRPr lang="en-US" sz="287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27605"/>
          <a:stretch/>
        </p:blipFill>
        <p:spPr bwMode="auto">
          <a:xfrm>
            <a:off x="304800" y="28095759"/>
            <a:ext cx="21182455" cy="4060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62" b="41133"/>
          <a:stretch/>
        </p:blipFill>
        <p:spPr bwMode="auto">
          <a:xfrm>
            <a:off x="1542700" y="10439400"/>
            <a:ext cx="10496900" cy="935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535" y="31468580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2725400" y="12115800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/>
                <a:t>7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438400" y="990600"/>
            <a:ext cx="5692905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00" b="1" dirty="0" smtClean="0"/>
              <a:t>Key</a:t>
            </a:r>
            <a:endParaRPr lang="en-US" sz="28700" b="1" dirty="0"/>
          </a:p>
        </p:txBody>
      </p:sp>
      <p:sp>
        <p:nvSpPr>
          <p:cNvPr id="11" name="Rectangle 10"/>
          <p:cNvSpPr/>
          <p:nvPr/>
        </p:nvSpPr>
        <p:spPr>
          <a:xfrm>
            <a:off x="2394588" y="4191000"/>
            <a:ext cx="13031324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700" b="1" dirty="0" smtClean="0"/>
              <a:t>Partners</a:t>
            </a:r>
            <a:endParaRPr lang="en-US" sz="287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80" r="25788"/>
          <a:stretch/>
        </p:blipFill>
        <p:spPr bwMode="auto">
          <a:xfrm>
            <a:off x="455250" y="27372676"/>
            <a:ext cx="21490350" cy="5164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12" b="50000"/>
          <a:stretch/>
        </p:blipFill>
        <p:spPr bwMode="auto">
          <a:xfrm>
            <a:off x="2362200" y="11114360"/>
            <a:ext cx="8762025" cy="885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535" y="31468580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 rot="5400000">
            <a:off x="8939272" y="19244381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/>
                <a:t>8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 rot="5400000">
            <a:off x="12304752" y="6818352"/>
            <a:ext cx="13401169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00" b="1" dirty="0" smtClean="0"/>
              <a:t>Revenue</a:t>
            </a:r>
            <a:endParaRPr lang="en-US" sz="28700" b="1" dirty="0"/>
          </a:p>
        </p:txBody>
      </p:sp>
      <p:sp>
        <p:nvSpPr>
          <p:cNvPr id="11" name="Rectangle 10"/>
          <p:cNvSpPr/>
          <p:nvPr/>
        </p:nvSpPr>
        <p:spPr>
          <a:xfrm rot="5400000">
            <a:off x="12490543" y="20859415"/>
            <a:ext cx="12598642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700" b="1" dirty="0" smtClean="0"/>
              <a:t>Streams</a:t>
            </a:r>
            <a:endParaRPr lang="en-US" sz="287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602"/>
          <a:stretch/>
        </p:blipFill>
        <p:spPr bwMode="auto">
          <a:xfrm rot="5400000">
            <a:off x="-10167715" y="12209875"/>
            <a:ext cx="27980640" cy="6273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726812" y="5835401"/>
            <a:ext cx="7090788" cy="776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87733" y="29939447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 rot="5400000">
            <a:off x="8066263" y="18939581"/>
            <a:ext cx="6522156" cy="6500282"/>
            <a:chOff x="18242844" y="13597958"/>
            <a:chExt cx="10103556" cy="10069670"/>
          </a:xfrm>
        </p:grpSpPr>
        <p:sp>
          <p:nvSpPr>
            <p:cNvPr id="13" name="Oval 12"/>
            <p:cNvSpPr/>
            <p:nvPr/>
          </p:nvSpPr>
          <p:spPr>
            <a:xfrm>
              <a:off x="18242844" y="13716000"/>
              <a:ext cx="10103556" cy="9951628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309644" y="14832828"/>
              <a:ext cx="7969956" cy="771797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67899" y="13597958"/>
              <a:ext cx="4445483" cy="998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1300" b="1" dirty="0"/>
                <a:t>9</a:t>
              </a:r>
              <a:endParaRPr lang="en-US" sz="59500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 rot="5400000">
            <a:off x="7862513" y="13549687"/>
            <a:ext cx="21854701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00" b="1" dirty="0" smtClean="0"/>
              <a:t>Cost Structure</a:t>
            </a:r>
            <a:endParaRPr lang="en-US" sz="287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1763390" y="13566791"/>
            <a:ext cx="29677895" cy="447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55936" y="4369264"/>
            <a:ext cx="8723288" cy="836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bprzest\Dropbox\2013\Spring 2013\St Joseph's High School Students\Clemson Logos\biocopu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87733" y="29939447"/>
            <a:ext cx="4347065" cy="161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11129</TotalTime>
  <Words>26</Words>
  <Application>Microsoft Office PowerPoint</Application>
  <PresentationFormat>Custom</PresentationFormat>
  <Paragraphs>25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jdesjar</dc:creator>
  <cp:lastModifiedBy>Breanne Przestrzelski</cp:lastModifiedBy>
  <cp:revision>11</cp:revision>
  <cp:lastPrinted>2014-10-03T12:56:38Z</cp:lastPrinted>
  <dcterms:created xsi:type="dcterms:W3CDTF">2014-09-30T02:39:26Z</dcterms:created>
  <dcterms:modified xsi:type="dcterms:W3CDTF">2014-10-31T04:31:28Z</dcterms:modified>
</cp:coreProperties>
</file>